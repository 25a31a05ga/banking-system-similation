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8" r:id="rId20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7.xml"/><Relationship Id="rId2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Banking System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Mini Project Presentation</a:t>
            </a:r>
          </a:p>
          <a:p>
            <a:r>
              <a:rPr sz="2200" b="1">
                <a:solidFill>
                  <a:srgbClr val="FFFFFF"/>
                </a:solidFill>
              </a:rPr>
              <a:t>C++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This project simulates a simple banking system using C++.</a:t>
            </a:r>
          </a:p>
          <a:p>
            <a:r>
              <a:rPr sz="2200" b="1">
                <a:solidFill>
                  <a:srgbClr val="FFFFFF"/>
                </a:solidFill>
              </a:rPr>
              <a:t>Users can deposit, withdraw, and check account balance.</a:t>
            </a:r>
          </a:p>
          <a:p>
            <a:r>
              <a:rPr sz="2200" b="1">
                <a:solidFill>
                  <a:srgbClr val="FFFFFF"/>
                </a:solidFill>
              </a:rPr>
              <a:t>The system demonstrates object-oriented programming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Banking systems are essential for secure financial transactions.</a:t>
            </a:r>
          </a:p>
          <a:p>
            <a:r>
              <a:rPr sz="2200" b="1">
                <a:solidFill>
                  <a:srgbClr val="FFFFFF"/>
                </a:solidFill>
              </a:rPr>
              <a:t>This project is implemented using C++ language.</a:t>
            </a:r>
          </a:p>
          <a:p>
            <a:r>
              <a:rPr sz="2200" b="1">
                <a:solidFill>
                  <a:srgbClr val="FFFFFF"/>
                </a:solidFill>
              </a:rPr>
              <a:t>It provides a menu-driven interface for banking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To understand basic banking operations.</a:t>
            </a:r>
          </a:p>
          <a:p>
            <a:r>
              <a:rPr sz="2200" b="1">
                <a:solidFill>
                  <a:srgbClr val="FFFFFF"/>
                </a:solidFill>
              </a:rPr>
              <a:t>To implement classes and objects in C++.</a:t>
            </a:r>
          </a:p>
          <a:p>
            <a:r>
              <a:rPr sz="2200" b="1">
                <a:solidFill>
                  <a:srgbClr val="FFFFFF"/>
                </a:solidFill>
              </a:rPr>
              <a:t>To simulate real-world banking functionalities.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Software: C++ Compiler, VS Code / CodeBlocks</a:t>
            </a:r>
          </a:p>
          <a:p>
            <a:r>
              <a:rPr sz="2200" b="1">
                <a:solidFill>
                  <a:srgbClr val="FFFFFF"/>
                </a:solidFill>
              </a:rPr>
              <a:t>Hardware: Minimum 4GB RAM, Processor</a:t>
            </a:r>
          </a:p>
          <a:p>
            <a:r>
              <a:rPr sz="2200" b="1">
                <a:solidFill>
                  <a:srgbClr val="FFFFFF"/>
                </a:solidFill>
              </a:rPr>
              <a:t>Operating System: Windows/Linux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Start the program</a:t>
            </a:r>
          </a:p>
          <a:p>
            <a:r>
              <a:rPr sz="2200" b="1">
                <a:solidFill>
                  <a:srgbClr val="FFFFFF"/>
                </a:solidFill>
              </a:rPr>
              <a:t>Create bank account</a:t>
            </a:r>
          </a:p>
          <a:p>
            <a:r>
              <a:rPr sz="2200" b="1">
                <a:solidFill>
                  <a:srgbClr val="FFFFFF"/>
                </a:solidFill>
              </a:rPr>
              <a:t>Display menu options</a:t>
            </a:r>
          </a:p>
          <a:p>
            <a:r>
              <a:rPr sz="2200" b="1">
                <a:solidFill>
                  <a:srgbClr val="FFFFFF"/>
                </a:solidFill>
              </a:rPr>
              <a:t>Perform deposit/withdraw/check balance</a:t>
            </a:r>
          </a:p>
          <a:p>
            <a:r>
              <a:rPr sz="2200" b="1">
                <a:solidFill>
                  <a:srgbClr val="FFFFFF"/>
                </a:solidFill>
              </a:rPr>
              <a:t>Exit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Banking System Flowchart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858000" cy="8972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754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</a:rPr>
              <a:t>This flowchart explains the complete banking process including account creation, deposits, withdrawals, balance checking, and exit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79552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• The banking system starts by creating an account for the customer.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Users can deposit money, withdraw funds, and check account balance securely.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The flowchart clearly explains the sequence of operations performed in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User enters account holder name.</a:t>
            </a:r>
          </a:p>
          <a:p>
            <a:r>
              <a:rPr sz="2200" b="1">
                <a:solidFill>
                  <a:srgbClr val="FFFFFF"/>
                </a:solidFill>
              </a:rPr>
              <a:t>Bank account object is created.</a:t>
            </a:r>
          </a:p>
          <a:p>
            <a:r>
              <a:rPr sz="2200" b="1">
                <a:solidFill>
                  <a:srgbClr val="FFFFFF"/>
                </a:solidFill>
              </a:rPr>
              <a:t>Menu-driven operations are executed.</a:t>
            </a:r>
          </a:p>
          <a:p>
            <a:r>
              <a:rPr sz="2200" b="1">
                <a:solidFill>
                  <a:srgbClr val="FFFFFF"/>
                </a:solidFill>
              </a:rPr>
              <a:t>Balance is updated dynamically.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Project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Class: BankAccount</a:t>
            </a:r>
          </a:p>
          <a:p>
            <a:r>
              <a:rPr sz="2200" b="1">
                <a:solidFill>
                  <a:srgbClr val="FFFFFF"/>
                </a:solidFill>
              </a:rPr>
              <a:t>Functions: deposit(), withdraw(), checkBalance()</a:t>
            </a:r>
          </a:p>
          <a:p>
            <a:r>
              <a:rPr sz="2200" b="1">
                <a:solidFill>
                  <a:srgbClr val="FFFFFF"/>
                </a:solidFill>
              </a:rPr>
              <a:t>Loop and switch-case used for menu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The system successfully performs banking operations.</a:t>
            </a:r>
          </a:p>
          <a:p>
            <a:r>
              <a:rPr sz="2200" b="1">
                <a:solidFill>
                  <a:srgbClr val="FFFFFF"/>
                </a:solidFill>
              </a:rPr>
              <a:t>It prevents invalid transactions.</a:t>
            </a:r>
          </a:p>
          <a:p>
            <a:r>
              <a:rPr sz="2200" b="1">
                <a:solidFill>
                  <a:srgbClr val="FFFFFF"/>
                </a:solidFill>
              </a:rPr>
              <a:t>Displays updated balance after every operation.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Add login authentication.</a:t>
            </a:r>
          </a:p>
          <a:p>
            <a:r>
              <a:rPr sz="2200" b="1">
                <a:solidFill>
                  <a:srgbClr val="FFFFFF"/>
                </a:solidFill>
              </a:rPr>
              <a:t>Store account details in database.</a:t>
            </a:r>
          </a:p>
          <a:p>
            <a:r>
              <a:rPr sz="2200" b="1">
                <a:solidFill>
                  <a:srgbClr val="FFFFFF"/>
                </a:solidFill>
              </a:rPr>
              <a:t>Implement online transaction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The project demonstrates a simple banking system simulation.</a:t>
            </a:r>
          </a:p>
          <a:p>
            <a:r>
              <a:rPr sz="2200" b="1">
                <a:solidFill>
                  <a:srgbClr val="FFFFFF"/>
                </a:solidFill>
              </a:rPr>
              <a:t>References: C++ Documentation, GeeksforGeeks, TutorialsPoint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FFFFFF"/>
                </a:solidFill>
              </a:rPr>
              <a:t>Banking System Flowchart</a:t>
            </a:r>
          </a:p>
        </p:txBody>
      </p:sp>
      <p:pic>
        <p:nvPicPr>
          <p:cNvPr id="3" name="Picture 2" descr="file_000000000e087208a47b6b53bc82aad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8972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